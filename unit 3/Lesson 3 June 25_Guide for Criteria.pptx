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81" r:id="rId3"/>
    <p:sldId id="382" r:id="rId4"/>
    <p:sldId id="383" r:id="rId5"/>
    <p:sldId id="384" r:id="rId6"/>
    <p:sldId id="385" r:id="rId7"/>
    <p:sldId id="38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9439-D5F7-498B-9516-FD5B360B87A2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75B8-7D4D-4F6A-BBEB-578760FC24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60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9439-D5F7-498B-9516-FD5B360B87A2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75B8-7D4D-4F6A-BBEB-578760FC24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006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9439-D5F7-498B-9516-FD5B360B87A2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75B8-7D4D-4F6A-BBEB-578760FC24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707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9439-D5F7-498B-9516-FD5B360B87A2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75B8-7D4D-4F6A-BBEB-578760FC24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210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9439-D5F7-498B-9516-FD5B360B87A2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75B8-7D4D-4F6A-BBEB-578760FC24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32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9439-D5F7-498B-9516-FD5B360B87A2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75B8-7D4D-4F6A-BBEB-578760FC24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58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9439-D5F7-498B-9516-FD5B360B87A2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75B8-7D4D-4F6A-BBEB-578760FC24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56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9439-D5F7-498B-9516-FD5B360B87A2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75B8-7D4D-4F6A-BBEB-578760FC24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691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9439-D5F7-498B-9516-FD5B360B87A2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75B8-7D4D-4F6A-BBEB-578760FC24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987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9439-D5F7-498B-9516-FD5B360B87A2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75B8-7D4D-4F6A-BBEB-578760FC24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61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9439-D5F7-498B-9516-FD5B360B87A2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75B8-7D4D-4F6A-BBEB-578760FC24FF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1289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9439-D5F7-498B-9516-FD5B360B87A2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75B8-7D4D-4F6A-BBEB-578760FC24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169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9439-D5F7-498B-9516-FD5B360B87A2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75B8-7D4D-4F6A-BBEB-578760FC24FF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8479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9439-D5F7-498B-9516-FD5B360B87A2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75B8-7D4D-4F6A-BBEB-578760FC24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266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9439-D5F7-498B-9516-FD5B360B87A2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75B8-7D4D-4F6A-BBEB-578760FC24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265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9439-D5F7-498B-9516-FD5B360B87A2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75B8-7D4D-4F6A-BBEB-578760FC24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457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69439-D5F7-498B-9516-FD5B360B87A2}" type="datetimeFigureOut">
              <a:rPr lang="en-GB" smtClean="0"/>
              <a:t>03/06/2025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4A575B8-7D4D-4F6A-BBEB-578760FC24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491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5C65F-AB6A-5DDF-8B03-64F4DF8A3C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Unit 3 – Using Social Media in Business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75084-A3DC-89C6-E612-1C447B4DDA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3 June 2025</a:t>
            </a:r>
          </a:p>
        </p:txBody>
      </p:sp>
    </p:spTree>
    <p:extLst>
      <p:ext uri="{BB962C8B-B14F-4D97-AF65-F5344CB8AC3E}">
        <p14:creationId xmlns:p14="http://schemas.microsoft.com/office/powerpoint/2010/main" val="2003556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71" y="186718"/>
            <a:ext cx="8596668" cy="762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EC7114"/>
                </a:solidFill>
              </a:rPr>
              <a:t>The Basic Expectations in EVERY lesson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639" y="1150426"/>
            <a:ext cx="3372152" cy="5080000"/>
          </a:xfrm>
        </p:spPr>
        <p:txBody>
          <a:bodyPr>
            <a:normAutofit fontScale="92500" lnSpcReduction="10000"/>
          </a:bodyPr>
          <a:lstStyle/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Be on time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Lanyard </a:t>
            </a:r>
            <a:r>
              <a:rPr lang="en-GB" sz="2200" b="1" u="sng" dirty="0">
                <a:latin typeface="Calibri" panose="020F0502020204030204" pitchFamily="34" charset="0"/>
                <a:cs typeface="Calibri" panose="020F0502020204030204" pitchFamily="34" charset="0"/>
              </a:rPr>
              <a:t>MUST</a:t>
            </a:r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 be worn at all times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Mobile phones off and in bags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No food or drink in the classroom (except water)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Be prepared to learn for every lesson (pen, paper, folder etc.)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Sit according to the seating plan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Work hard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Be respectful 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B47D0A-9A16-4E92-9131-BEC5042F9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29881" y="958697"/>
            <a:ext cx="3372152" cy="4356253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GB" sz="2500" b="1" dirty="0">
                <a:latin typeface="Calibri" panose="020F0502020204030204" pitchFamily="34" charset="0"/>
                <a:cs typeface="Calibri" panose="020F0502020204030204" pitchFamily="34" charset="0"/>
              </a:rPr>
              <a:t>DO NOW</a:t>
            </a:r>
          </a:p>
          <a:p>
            <a:pPr algn="ctr"/>
            <a:endParaRPr lang="en-GB" sz="25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sz="2500" b="1" dirty="0">
                <a:latin typeface="Calibri" panose="020F0502020204030204" pitchFamily="34" charset="0"/>
                <a:cs typeface="Calibri" panose="020F0502020204030204" pitchFamily="34" charset="0"/>
              </a:rPr>
              <a:t>Log on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565" y="194826"/>
            <a:ext cx="1698003" cy="14510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2AC77C-476B-4F28-A7FC-771A97829AF8}"/>
              </a:ext>
            </a:extLst>
          </p:cNvPr>
          <p:cNvSpPr txBox="1"/>
          <p:nvPr/>
        </p:nvSpPr>
        <p:spPr>
          <a:xfrm>
            <a:off x="7314214" y="883639"/>
            <a:ext cx="2965351" cy="603242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C-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Connecting what you know already</a:t>
            </a:r>
          </a:p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O-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Online Learning, using sites like Canvas</a:t>
            </a:r>
          </a:p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N-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Cornell notes  for your note taking</a:t>
            </a:r>
          </a:p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S –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Spacing out your learning over time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I-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Interleaving your subjects and topics to make connections</a:t>
            </a: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D-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Dual Coding your ideas through words and images  </a:t>
            </a:r>
          </a:p>
          <a:p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E-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Elaborating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by always asking Why? and How?</a:t>
            </a:r>
          </a:p>
          <a:p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R-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etrieve</a:t>
            </a:r>
            <a:r>
              <a:rPr lang="en-GB" sz="1400" dirty="0">
                <a:highlight>
                  <a:srgbClr val="00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dirty="0">
                <a:highlight>
                  <a:srgbClr val="00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171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24C7A4-822E-FCA0-0607-D4569F530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5106"/>
          </a:xfrm>
        </p:spPr>
        <p:txBody>
          <a:bodyPr/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Aims/Objectives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DE22E-8AF1-9C08-96C4-CCD80BF03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8119"/>
            <a:ext cx="8596668" cy="42932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What:-  Completion of unit</a:t>
            </a:r>
          </a:p>
          <a:p>
            <a:pPr marL="0" indent="0">
              <a:buNone/>
            </a:pP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How:    Checking what you have completed</a:t>
            </a:r>
          </a:p>
          <a:p>
            <a:pPr marL="0" indent="0">
              <a:buNone/>
            </a:pP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Why:   To enable you to get your final grade</a:t>
            </a:r>
          </a:p>
        </p:txBody>
      </p:sp>
    </p:spTree>
    <p:extLst>
      <p:ext uri="{BB962C8B-B14F-4D97-AF65-F5344CB8AC3E}">
        <p14:creationId xmlns:p14="http://schemas.microsoft.com/office/powerpoint/2010/main" val="618341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39E3F-C6B2-05D7-3223-A02B71CFA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25506"/>
            <a:ext cx="8596668" cy="788894"/>
          </a:xfrm>
        </p:spPr>
        <p:txBody>
          <a:bodyPr>
            <a:normAutofit fontScale="90000"/>
          </a:bodyPr>
          <a:lstStyle/>
          <a:p>
            <a:r>
              <a:rPr lang="en-GB" dirty="0"/>
              <a:t>Task 1 (P1, P2, M1 &amp; D1)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AB793-F135-FDFE-35BC-B6992F830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79930"/>
            <a:ext cx="8596668" cy="5849470"/>
          </a:xfrm>
        </p:spPr>
        <p:txBody>
          <a:bodyPr>
            <a:normAutofit/>
          </a:bodyPr>
          <a:lstStyle/>
          <a:p>
            <a:r>
              <a:rPr lang="en-GB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P1 Explain the different ways in which a business can use social media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Creating an image or brand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Promoting products and/or services and creating an image or brand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Communicating with customers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 services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Resolving queries and managing issues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P2:-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the audience profiles of different social media websites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need to research the different audience profiles for the main social media sites.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Facebook, Twitter, Instagram, </a:t>
            </a:r>
            <a:r>
              <a:rPr lang="en-GB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Youtube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Linkedin</a:t>
            </a: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Pinterest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 how the social media sites appeal to different audiences and relate it to how different businesses can use social media.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610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7140-F2C8-22CE-4A0A-0C4D7174D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532" y="156238"/>
            <a:ext cx="8596668" cy="865738"/>
          </a:xfrm>
        </p:spPr>
        <p:txBody>
          <a:bodyPr/>
          <a:lstStyle/>
          <a:p>
            <a:r>
              <a:rPr lang="en-GB" dirty="0"/>
              <a:t>Unit 3 – Using Social Media in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BD128-4257-0437-6C70-2D631AB52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532" y="1021976"/>
            <a:ext cx="8596668" cy="5679786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M1:- Assess the different ways in which a business can use social media to attract a target audience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Promotion of products</a:t>
            </a: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 relationships</a:t>
            </a: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audiences and encourage people to follow or like</a:t>
            </a: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 and indirect advertising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60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2387C-0B0F-1E40-5954-F8D89064E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59976"/>
            <a:ext cx="8596668" cy="762000"/>
          </a:xfrm>
        </p:spPr>
        <p:txBody>
          <a:bodyPr/>
          <a:lstStyle/>
          <a:p>
            <a:r>
              <a:rPr lang="en-GB" dirty="0"/>
              <a:t>Task 2 (P3, P4 &amp; M2)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F9A5B-8F6C-61B4-222F-782FF3CF7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758" y="1057930"/>
            <a:ext cx="8596668" cy="5194952"/>
          </a:xfrm>
        </p:spPr>
        <p:txBody>
          <a:bodyPr/>
          <a:lstStyle/>
          <a:p>
            <a:r>
              <a:rPr lang="en-GB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P3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Produce a plan to use social media in a business to meet its business requirements</a:t>
            </a:r>
          </a:p>
          <a:p>
            <a:pPr lvl="1"/>
            <a:r>
              <a:rPr lang="en-GB" dirty="0">
                <a:latin typeface="Calibri" panose="020F0502020204030204" pitchFamily="34" charset="0"/>
                <a:ea typeface="Times New Roman" panose="02020603050405020304" pitchFamily="18" charset="0"/>
              </a:rPr>
              <a:t>Follow the guide you wrote in your book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P4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Review the plan with others in order to identify and inform improvements.</a:t>
            </a:r>
          </a:p>
          <a:p>
            <a:pPr lvl="1"/>
            <a:r>
              <a:rPr lang="en-GB" dirty="0">
                <a:latin typeface="Calibri" panose="020F0502020204030204" pitchFamily="34" charset="0"/>
                <a:ea typeface="Times New Roman" panose="02020603050405020304" pitchFamily="18" charset="0"/>
              </a:rPr>
              <a:t>Show evidence of someone reviewing your work</a:t>
            </a:r>
            <a:endParaRPr lang="en-GB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</a:endParaRPr>
          </a:p>
          <a:p>
            <a:r>
              <a:rPr lang="en-GB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M2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Justify planning decisions made, showing how the plan will fulfil its purpose and business requirements.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1334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C33A3-49F0-5BDD-E771-C82007933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73424"/>
            <a:ext cx="8596668" cy="842682"/>
          </a:xfrm>
        </p:spPr>
        <p:txBody>
          <a:bodyPr/>
          <a:lstStyle/>
          <a:p>
            <a:r>
              <a:rPr lang="en-GB" dirty="0"/>
              <a:t>Task 2 (P5, P6 &amp; M3)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2E6A7-E5A7-1FA8-09F5-1100489BA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7907"/>
            <a:ext cx="8596668" cy="5266669"/>
          </a:xfrm>
        </p:spPr>
        <p:txBody>
          <a:bodyPr>
            <a:normAutofit/>
          </a:bodyPr>
          <a:lstStyle/>
          <a:p>
            <a:r>
              <a:rPr lang="en-GB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P5</a:t>
            </a:r>
            <a:r>
              <a:rPr lang="en-GB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Produce business-related content using appropriate features of social media which meet the requirements of the plan.</a:t>
            </a:r>
          </a:p>
          <a:p>
            <a:pPr lvl="1"/>
            <a:r>
              <a:rPr lang="en-GB" sz="2200" dirty="0">
                <a:latin typeface="Calibri" panose="020F0502020204030204" pitchFamily="34" charset="0"/>
                <a:ea typeface="Times New Roman" panose="02020603050405020304" pitchFamily="18" charset="0"/>
              </a:rPr>
              <a:t>Set up your social media real or fake</a:t>
            </a:r>
            <a:endParaRPr lang="en-GB" sz="22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endParaRPr lang="en-GB" sz="2400" dirty="0">
              <a:latin typeface="Calibri" panose="020F0502020204030204" pitchFamily="34" charset="0"/>
            </a:endParaRPr>
          </a:p>
          <a:p>
            <a:r>
              <a:rPr lang="en-GB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P6</a:t>
            </a:r>
            <a:r>
              <a:rPr lang="en-GB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Review data obtained on social media usage and interaction.</a:t>
            </a:r>
          </a:p>
          <a:p>
            <a:pPr lvl="1"/>
            <a:r>
              <a:rPr lang="en-GB" sz="2200" dirty="0">
                <a:latin typeface="Calibri" panose="020F0502020204030204" pitchFamily="34" charset="0"/>
                <a:ea typeface="Times New Roman" panose="02020603050405020304" pitchFamily="18" charset="0"/>
              </a:rPr>
              <a:t>Show evidence of your audience interacting with your social media</a:t>
            </a:r>
          </a:p>
          <a:p>
            <a:pPr lvl="1"/>
            <a:r>
              <a:rPr lang="en-GB" sz="2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You </a:t>
            </a:r>
            <a:r>
              <a:rPr lang="en-GB" sz="2200" dirty="0">
                <a:latin typeface="Calibri" panose="020F0502020204030204" pitchFamily="34" charset="0"/>
                <a:ea typeface="Times New Roman" panose="02020603050405020304" pitchFamily="18" charset="0"/>
              </a:rPr>
              <a:t>need to show evidence of you responding to your audience.</a:t>
            </a:r>
            <a:endParaRPr lang="en-GB" sz="22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endParaRPr lang="en-GB" sz="2400" dirty="0">
              <a:latin typeface="Calibri" panose="020F0502020204030204" pitchFamily="34" charset="0"/>
            </a:endParaRPr>
          </a:p>
          <a:p>
            <a:r>
              <a:rPr lang="en-GB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M3</a:t>
            </a:r>
            <a:r>
              <a:rPr lang="en-GB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Optimise the content, format and features of social media which meet the requirements of the plan.</a:t>
            </a:r>
          </a:p>
          <a:p>
            <a:pPr lvl="1"/>
            <a:r>
              <a:rPr lang="en-GB" sz="2200" dirty="0">
                <a:latin typeface="Calibri" panose="020F0502020204030204" pitchFamily="34" charset="0"/>
              </a:rPr>
              <a:t>Show evidence of your social media on a PC</a:t>
            </a:r>
            <a:r>
              <a:rPr lang="en-GB" sz="2200">
                <a:latin typeface="Calibri" panose="020F0502020204030204" pitchFamily="34" charset="0"/>
              </a:rPr>
              <a:t>, phone, Laptop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65053416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33808931C6CF4A913281D8FA2DF834" ma:contentTypeVersion="4" ma:contentTypeDescription="Create a new document." ma:contentTypeScope="" ma:versionID="eb8a6470629d1008c7aa1c789170783c">
  <xsd:schema xmlns:xsd="http://www.w3.org/2001/XMLSchema" xmlns:xs="http://www.w3.org/2001/XMLSchema" xmlns:p="http://schemas.microsoft.com/office/2006/metadata/properties" xmlns:ns2="7611d4d5-4c5c-4f2c-9a30-352b3cb7ffd3" targetNamespace="http://schemas.microsoft.com/office/2006/metadata/properties" ma:root="true" ma:fieldsID="f9e37b26c9dd12a86e0db48467ee0277" ns2:_="">
    <xsd:import namespace="7611d4d5-4c5c-4f2c-9a30-352b3cb7ff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1d4d5-4c5c-4f2c-9a30-352b3cb7ff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9EDA4A6-73FE-4FD5-9731-FC93855C5F04}"/>
</file>

<file path=customXml/itemProps2.xml><?xml version="1.0" encoding="utf-8"?>
<ds:datastoreItem xmlns:ds="http://schemas.openxmlformats.org/officeDocument/2006/customXml" ds:itemID="{F21A1026-3D65-492C-AA42-020C9CDC98F9}"/>
</file>

<file path=customXml/itemProps3.xml><?xml version="1.0" encoding="utf-8"?>
<ds:datastoreItem xmlns:ds="http://schemas.openxmlformats.org/officeDocument/2006/customXml" ds:itemID="{BF8112E5-364B-4DF5-89CE-1CF9B1C4174B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150</TotalTime>
  <Words>485</Words>
  <Application>Microsoft Office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Symbol</vt:lpstr>
      <vt:lpstr>Times New Roman</vt:lpstr>
      <vt:lpstr>Trebuchet MS</vt:lpstr>
      <vt:lpstr>Wingdings</vt:lpstr>
      <vt:lpstr>Wingdings 3</vt:lpstr>
      <vt:lpstr>Facet</vt:lpstr>
      <vt:lpstr>Unit 3 – Using Social Media in Business</vt:lpstr>
      <vt:lpstr>The Basic Expectations in EVERY lesson </vt:lpstr>
      <vt:lpstr>Aims/Objectives</vt:lpstr>
      <vt:lpstr>Task 1 (P1, P2, M1 &amp; D1) </vt:lpstr>
      <vt:lpstr>Unit 3 – Using Social Media in Business</vt:lpstr>
      <vt:lpstr>Task 2 (P3, P4 &amp; M2)</vt:lpstr>
      <vt:lpstr>Task 2 (P5, P6 &amp; M3)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Dionne Lemonius</dc:creator>
  <cp:lastModifiedBy>Dionne Lemonius</cp:lastModifiedBy>
  <cp:revision>3</cp:revision>
  <dcterms:created xsi:type="dcterms:W3CDTF">2025-06-03T08:16:54Z</dcterms:created>
  <dcterms:modified xsi:type="dcterms:W3CDTF">2025-06-03T11:53:30Z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0x010100D233808931C6CF4A913281D8FA2DF834</vt:lpwstr>
  </property>
</Properties>
</file>